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16d844ad554013" /><Relationship Type="http://schemas.openxmlformats.org/officeDocument/2006/relationships/extended-properties" Target="/docProps/app.xml" Id="Re77303dd028b4193" /><Relationship Type="http://schemas.openxmlformats.org/officeDocument/2006/relationships/officeDocument" Target="/ppt/presentation.xml" Id="Rc581818e605b45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9614c84308481f"/>
  </p:sldMasterIdLst>
  <p:notesMasterIdLst>
    <p:notesMasterId xmlns:r="http://schemas.openxmlformats.org/officeDocument/2006/relationships" r:id="Rc6494167beeb4cb9"/>
  </p:notesMasterIdLst>
  <p:sldIdLst>
    <p:sldId xmlns:r="http://schemas.openxmlformats.org/officeDocument/2006/relationships" id="256" r:id="Rc7c5a4b8c1e14c58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e1a67d85194659" /><Relationship Type="http://schemas.openxmlformats.org/officeDocument/2006/relationships/slideMaster" Target="/ppt/slideMasters/slideMaster1.xml" Id="Re39614c84308481f" /><Relationship Type="http://schemas.openxmlformats.org/officeDocument/2006/relationships/notesMaster" Target="/ppt/notesMasters/notesMaster1.xml" Id="Rc6494167beeb4cb9" /><Relationship Type="http://schemas.openxmlformats.org/officeDocument/2006/relationships/presProps" Target="/ppt/presProps.xml" Id="R5d62b3e40ca34c15" /><Relationship Type="http://schemas.openxmlformats.org/officeDocument/2006/relationships/tableStyles" Target="/ppt/tableStyles.xml" Id="Rdb89d5d373b24a1b" /><Relationship Type="http://schemas.openxmlformats.org/officeDocument/2006/relationships/slide" Target="/ppt/slides/slide1.xml" Id="Rc7c5a4b8c1e14c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71f5b9b48b46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64cb5781bb4f70" /><Relationship Type="http://schemas.openxmlformats.org/officeDocument/2006/relationships/notesMaster" Target="/ppt/notesMasters/notesMaster1.xml" Id="R69216e8a28d944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of /tmp/codex-clipboard-e893beac-2143-4aaa-81fd-c9a97597aab2.png. Fonts: Microsoft YaHei and Arial. All icons, boxes, arrows, and labels are native PowerPoint shapes and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61122ce68644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f123644f6e4e7e" /><Relationship Type="http://schemas.openxmlformats.org/officeDocument/2006/relationships/slideLayout" Target="/ppt/slideLayouts/slideLayout1.xml" Id="Rd56e7d98ebf34b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6e7d98ebf34b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dee8016ff4fb8" /><Relationship Type="http://schemas.openxmlformats.org/officeDocument/2006/relationships/notesSlide" Target="/ppt/notesSlides/notesSlide1.xml" Id="Rb10d8405d81e45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216F55E-376F-44A6-9531-15EABBAF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257175"/>
            <a:ext cx="15487650" cy="3686175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5296C-6F1C-478B-9BBA-3F0EE4D5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"/>
            <a:ext cx="5257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资料来源（重点确认）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68EBB-F2A9-4A87-8F74-B7CA2376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85825"/>
            <a:ext cx="1971675" cy="2924175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1B1FD-5665-4F1A-9690-0087C542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8" y="1028700"/>
            <a:ext cx="419100" cy="514350"/>
          </a:xfrm>
          <a:custGeom xmlns:a="http://schemas.openxmlformats.org/drawingml/2006/main"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0611B-2789-476A-8062-5E230201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8" y="1028700"/>
            <a:ext cx="419100" cy="514350"/>
          </a:xfrm>
          <a:custGeom xmlns:a="http://schemas.openxmlformats.org/drawingml/2006/main"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C113F-92E0-47F5-A436-D591CA87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12668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121EA-F03B-4C50-B4D5-52A2602F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13430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05302-988A-404F-A85B-8A468994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14192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3B69D-D8A2-4E59-9E99-882ABBCF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38300"/>
            <a:ext cx="1819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设计报告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21848-67CB-4D87-8580-A0F03F81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590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9A9A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D8EF3-B779-4A0D-80AE-39A9835A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47900"/>
            <a:ext cx="1495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系统目标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A529F-F4A1-40E5-9A8F-2BED6385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24125"/>
            <a:ext cx="1495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设备组成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29073-A4E2-45AF-9AFE-8ACB0960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0350"/>
            <a:ext cx="1495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信号链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3687FE-EA67-41A0-8AA5-5F3E193F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76575"/>
            <a:ext cx="1495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控制架构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83CBB-A683-41EE-888A-338D4BBA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1743075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6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9F0F6-0D86-49E1-AC17-277B0185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00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CF982-E0C6-4D13-9CC3-8CA706AE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885825"/>
            <a:ext cx="1943100" cy="2924175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D214B0-FA5A-4162-9F3E-305B14F8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028700"/>
            <a:ext cx="419100" cy="514350"/>
          </a:xfrm>
          <a:custGeom xmlns:a="http://schemas.openxmlformats.org/drawingml/2006/main"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9287A9-BF17-4E17-AF77-D426BD44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028700"/>
            <a:ext cx="419100" cy="514350"/>
          </a:xfrm>
          <a:custGeom xmlns:a="http://schemas.openxmlformats.org/drawingml/2006/main"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B9815E-86A0-465D-A588-01DEEA9B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2668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41E44-46F3-4739-8034-671A79C5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3430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A1672-AC10-42C3-8EEE-EC8EBB57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192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07E5AC-FF08-455A-9D7C-09E6C1A9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38300"/>
            <a:ext cx="179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操作手册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D5DDCF-68EB-498D-9B86-C5D3C50B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3360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9A9A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19B967-3C02-43C4-A102-EB8C9B12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2479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操作步骤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4B9F12-32C3-4D8F-9FDB-B1ABD741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2412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前置条件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5E1307-1DAA-4D41-952E-CCACF275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8003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参数意义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C8024A-488E-4BBD-809E-88E41505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07657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注意事项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A4F957-1808-4E75-907F-C8B20C20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81375"/>
            <a:ext cx="17145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6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2FBDB7-43DB-41A5-AD70-77BFF9A1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00425"/>
            <a:ext cx="1638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3C4E08-857B-4BE3-95D0-2E7D7225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885825"/>
            <a:ext cx="2190750" cy="29241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431DA3-79A3-46E7-89D1-2C066F30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028700"/>
            <a:ext cx="419100" cy="514350"/>
          </a:xfrm>
          <a:custGeom xmlns:a="http://schemas.openxmlformats.org/drawingml/2006/main"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C97CE7-EDE9-4C3C-8982-B1045B8E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028700"/>
            <a:ext cx="419100" cy="514350"/>
          </a:xfrm>
          <a:custGeom xmlns:a="http://schemas.openxmlformats.org/drawingml/2006/main"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C453B0-7733-49F7-B56C-ABAEAB29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668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EB9DBD-5AAB-4BC1-A5A3-55DAD791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3430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BA8F7B-3351-4763-89E2-D1FE3480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192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391BA3-02BF-4230-A630-D14E2E3B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38300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PV 命名规范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566D2F-14C3-4683-AD32-003027BA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9A9A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6AF55C-FABD-4559-9D6F-76A431FA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47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命名规则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47765D-755B-4757-AE04-88E657B5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241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缩写说明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729FF8-B528-4E57-93A2-FA67AFED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00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区域与设备编码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1DC681-F5CD-4E84-83AB-F9FB939E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81375"/>
            <a:ext cx="196215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6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A7475D-C228-448E-A42C-30CE0FED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00425"/>
            <a:ext cx="1885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82CA4C-37AA-429C-A2E5-2E60AD8D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885825"/>
            <a:ext cx="2276475" cy="2924175"/>
          </a:xfrm>
          <a:prstGeom xmlns:a="http://schemas.openxmlformats.org/drawingml/2006/main" prst="roundRect">
            <a:avLst>
              <a:gd name="adj" fmla="val 3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DED131-158A-4C1D-B677-EC362672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388" y="1028700"/>
            <a:ext cx="419100" cy="514350"/>
          </a:xfrm>
          <a:custGeom xmlns:a="http://schemas.openxmlformats.org/drawingml/2006/main"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F585A7-1687-436C-9791-4C73A5C9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388" y="1028700"/>
            <a:ext cx="419100" cy="514350"/>
          </a:xfrm>
          <a:custGeom xmlns:a="http://schemas.openxmlformats.org/drawingml/2006/main"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A890F5-6AD5-4424-A003-8CB548E4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163" y="12668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27FD6A-C0EE-47A2-890D-F2AA6972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163" y="13430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118F18-B83C-4A71-9313-6DFD03D4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163" y="14192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168521-41B9-4B7D-A843-C02BF73A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38300"/>
            <a:ext cx="2124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IOC/EPICS</a:t>
            </a:r>
          </a:p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配置说明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62F42B-A0A8-4877-A47C-11EFB22D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33600"/>
            <a:ext cx="189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9A9A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7925DE-DC6C-45C4-8B96-4EEA5D72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47900"/>
            <a:ext cx="1800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IOC/Record/PV 关系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5DBB02-23BE-4E61-86F8-CF9C2B11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524125"/>
            <a:ext cx="1800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服务器信息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BCA765-2135-4327-B902-E1E22913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00350"/>
            <a:ext cx="1800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配置与连接说明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4A60EB-4DC7-4955-A8A1-07D64531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1375"/>
            <a:ext cx="2047875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6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9837B5-16C9-478C-91FA-1AEB77B8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00425"/>
            <a:ext cx="1971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优先级：高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4C724E3-0D9D-410E-A45D-15555EB5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885825"/>
            <a:ext cx="2152650" cy="2924175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10B155D-C9D5-40C0-9747-9C29FCE8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028700"/>
            <a:ext cx="419100" cy="514350"/>
          </a:xfrm>
          <a:custGeom xmlns:a="http://schemas.openxmlformats.org/drawingml/2006/main"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1A6569-5BC7-45DC-B88C-EC4C9B12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028700"/>
            <a:ext cx="419100" cy="514350"/>
          </a:xfrm>
          <a:custGeom xmlns:a="http://schemas.openxmlformats.org/drawingml/2006/main"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1F76062-87C9-4FB5-867D-F55CB23B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2668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B66E42B-58D2-4F63-BB37-773B1921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3430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54861F7-89B8-4B72-A3CC-9A62664A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4192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AA7EF0E-5A60-404E-875E-DB5415F4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3830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设备接口/信号说明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0FEBBC-BF4A-499A-B0AA-75473C35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13360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9A9A9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A85984C-A2B0-42A5-90CA-EE53313B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479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设备与信号定义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0E1CC6A-2CD6-4C6E-AAC8-798202D0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241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单位与读写方向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949C3B8-EBEC-4F5F-91B9-28FDC2EE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003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device-signal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DAD13E-3030-4526-8D0C-055969FC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7657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qualifier 含义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2FD793-B277-4445-8B48-CD69ECC4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381375"/>
            <a:ext cx="192405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6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CB9342D-C621-4950-9B1D-CC50A102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00425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优先级：高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593FB82-D53B-49EF-AE69-646A7173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885825"/>
            <a:ext cx="2095500" cy="29241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dash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EE8FE45-EFD0-4E0F-AE14-EFBF3E99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1028700"/>
            <a:ext cx="419100" cy="514350"/>
          </a:xfrm>
          <a:custGeom xmlns:a="http://schemas.openxmlformats.org/drawingml/2006/main"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9ECEDF9-ED79-48C1-91F5-30FFC1B2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1028700"/>
            <a:ext cx="419100" cy="514350"/>
          </a:xfrm>
          <a:custGeom xmlns:a="http://schemas.openxmlformats.org/drawingml/2006/main"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5C34C0C-F2DA-432E-B3B9-333E1000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12668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67A45E7-9DAD-45F9-9087-A6B9CC9F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13430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0C5A769-0FF2-4AB2-928D-483B6898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14192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F09BA58-461B-42DC-BF8B-20D1BEC7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638300"/>
            <a:ext cx="1943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调试说明与 FAQ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DF50CCF-66B3-4D39-86C6-47CCBDA2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1336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9A9A9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0008E57-AFD7-4545-91C3-D84E0745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2247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常见问题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21A9BD4-FBB3-4ECE-A6F3-C43A6EDA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2524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真实表达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CA96837-C8DC-4A8E-A2C0-58625D9E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2800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常见混淆场景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508C130-0D29-4629-A912-E815133F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381375"/>
            <a:ext cx="18669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6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CF3B9E9-A11D-4D06-BD57-1388179C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400425"/>
            <a:ext cx="1790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优先级：中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41EE9D1-C3F2-4E5D-8CBC-462CE3E4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85825"/>
            <a:ext cx="2047875" cy="29241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dash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3771161-C95E-46C4-96B4-AFFBB8AE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7513" y="1028700"/>
            <a:ext cx="419100" cy="514350"/>
          </a:xfrm>
          <a:custGeom xmlns:a="http://schemas.openxmlformats.org/drawingml/2006/main"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A78D369-7804-421A-B2D4-1354ED74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7513" y="1028700"/>
            <a:ext cx="419100" cy="514350"/>
          </a:xfrm>
          <a:custGeom xmlns:a="http://schemas.openxmlformats.org/drawingml/2006/main"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7F529E1-6528-4628-AA94-B001B50E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2288" y="12668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763EB48-E985-4DE3-946E-5C702BE9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2288" y="13430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481F816-BFCF-4D46-8658-72D83822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2288" y="14192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4537F0A-5CE6-4EF6-A93D-C999287E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1638300"/>
            <a:ext cx="18954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维护或故障资料</a:t>
            </a:r>
          </a:p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（可选）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DEA041B-D1AA-4241-9C2B-BF951D45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2133600"/>
            <a:ext cx="166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9A9A9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CABA6B7-06C8-482E-A2D5-FD6AEEC6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24790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处置过程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72FAC03-B9DC-45FA-9A8B-7029E1B6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524125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历史案例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EE531FA-C1B0-4704-A733-C0C78F99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25" y="3381375"/>
            <a:ext cx="1819275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6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E509BD5-D238-452E-85ED-DC86E902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3400425"/>
            <a:ext cx="1743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优先级：低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71DDB30-D1E8-4EA1-888C-5F5BFABC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943350"/>
            <a:ext cx="28575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C6090AE-616F-4535-BDA7-62A4931F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324350"/>
            <a:ext cx="15420975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 w="10954">
            <a:solidFill>
              <a:srgbClr val="858585"/>
            </a:solidFill>
            <a:prstDash val="solid"/>
          </a:ln>
        </p:spPr>
      </p:sp>
      <p:cxnSp>
        <p:nvCxnSpPr>
          <p:cNvPr id="278" name=""/>
          <p:cNvCxnSpPr>
            <a:stCxn xmlns:a="http://schemas.openxmlformats.org/drawingml/2006/main" id="1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 flipH="1">
            <a:off x="7958138" y="3943350"/>
            <a:ext cx="4763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EDBEF65-E62D-448B-A099-7258012A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10075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数据处理与构建流程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06125DE-247A-4DFF-8651-00C1CBF3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3390900" cy="2238375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47474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4783C36-0FA3-4031-8588-2D81850C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81575"/>
            <a:ext cx="377190" cy="462915"/>
          </a:xfrm>
          <a:custGeom xmlns:a="http://schemas.openxmlformats.org/drawingml/2006/main"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10FA502-6A23-4630-A8C7-7D345B93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81575"/>
            <a:ext cx="377190" cy="462915"/>
          </a:xfrm>
          <a:custGeom xmlns:a="http://schemas.openxmlformats.org/drawingml/2006/main"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51A55FB-8A85-41BA-AADD-1F5BB211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3" y="5195888"/>
            <a:ext cx="1885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699CEF2-4F7D-4AD7-AC7C-4BB210D1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3" y="5264468"/>
            <a:ext cx="1885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422B604-2A72-4524-A34A-277888AE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3" y="5333048"/>
            <a:ext cx="1885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BEC968C-5D9A-46B9-8DCC-D7F10897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14900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L0 原始资料层</a:t>
            </a:r>
          </a:p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（只读保存）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BCA8A4A-71BE-4152-8ED7-8161E89B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B3B3B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D2DA394-E256-4492-8114-D47FDF39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578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原文档与 Registry 导出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367F367-1F9D-4DA9-8649-AEFC45B8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150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来源、版本、日期、责任人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B60A596-BCAF-431E-A747-DF398AAA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722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敏感级别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2964D73-C8C9-4877-B135-2820EF1A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667500"/>
            <a:ext cx="314325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5E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6E3584F-F22A-44C6-9676-6D1414B5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677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验收目标：能够回到原文复核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8F123A4-1A6D-462D-AB2E-36973B39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38700"/>
            <a:ext cx="3314700" cy="2238375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47474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F4C330F-CB04-4C82-8DBC-215AA0B4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81575"/>
            <a:ext cx="485775" cy="5143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7BC3CCF-30F8-4AF9-BEE3-6E7C642B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L1 规范化实体层</a:t>
            </a:r>
          </a:p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（结构化处理）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249DB52-3098-448F-B951-31B8BF39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600700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B3B3B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A318EE6-5105-4510-89A1-4114B0EE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6578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61881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PV、IOC、区域、子系统、</a:t>
            </a:r>
          </a:p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设备、信号统一解析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3D1B894-A950-4839-8BE2-779FD8DB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915025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原始值与规范值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2246531-6C05-4173-A030-04C12593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617220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解析规则版本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379AC2E-46F7-4B66-AFCE-A6EB8ADC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6667500"/>
            <a:ext cx="306705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5E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43BE6AD-D25C-4BED-9258-73980D58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6677025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验收目标：实体可稳定连接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54A4EF3-1297-4DE2-A741-8EBF62B3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38700"/>
            <a:ext cx="3314700" cy="2238375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47474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6C93E23-80CB-4496-AC4B-F71F31D9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62525"/>
            <a:ext cx="398145" cy="488633"/>
          </a:xfrm>
          <a:custGeom xmlns:a="http://schemas.openxmlformats.org/drawingml/2006/main"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85CFAF3-3578-42C6-8635-85C6D5C2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62525"/>
            <a:ext cx="398145" cy="488633"/>
          </a:xfrm>
          <a:custGeom xmlns:a="http://schemas.openxmlformats.org/drawingml/2006/main"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417ACD6-5D76-492E-8BE1-EAB700D2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936" y="5188744"/>
            <a:ext cx="1990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5AC695D-9F6C-4217-AC5E-53D74FF9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936" y="5261134"/>
            <a:ext cx="1990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C42B6B3-5F7C-419B-A7F5-69CC6DF1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936" y="5333524"/>
            <a:ext cx="1990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6CB54B1-83CF-4E52-9BCC-7493A9EA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2292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EA4F0A7-9822-4A26-905D-326B3045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410200"/>
            <a:ext cx="1333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01DB84E-58CB-4894-B85B-C4836263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91490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L2 文档证据层</a:t>
            </a:r>
          </a:p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（可检索证据单元）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D94E4FD-1DA8-4CC7-B0BD-A3E8186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600700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B3B3B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950202A-90AC-4A64-B5F6-94FFBF70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6578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文档切块（按标题/表格/步骤）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9E286AC-DB3D-4CBA-8B76-8147680B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915025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页码、章节路径、表格标题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4DE6B72-E52B-408B-8BE7-DF6CA631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17220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61881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关联实体（area/subsystem/</a:t>
            </a:r>
          </a:p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device/signal/PV）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C64EAAE-F3E1-4D69-9AF0-2EE4943A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67500"/>
            <a:ext cx="306705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5E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ECC15CA-95C0-46D3-8C02-3519CE91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6677025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验收目标：答案可追溯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CC62273-1EAC-4024-9516-312C36D3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4838700"/>
            <a:ext cx="3381375" cy="2238375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47474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56D2E7B-9D59-4BA4-8C26-80C1A6D5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5019675"/>
            <a:ext cx="409575" cy="4762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F651181-0513-4D2A-884A-E5D59798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4962525"/>
            <a:ext cx="200025" cy="114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3E567CF-64DA-4171-AC67-B72890D1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275" y="5181600"/>
            <a:ext cx="104775" cy="85725"/>
          </a:xfrm>
          <a:custGeom xmlns:a="http://schemas.openxmlformats.org/drawingml/2006/main">
            <a:pathLst>
              <a:path w="104775" h="85725">
                <a:moveTo>
                  <a:pt x="0" y="38100"/>
                </a:moveTo>
                <a:lnTo>
                  <a:pt x="38100" y="76200"/>
                </a:ln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DC08425-86E7-44C5-86B4-E6EE9F2E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5210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94AC3C8-46BB-425A-8AEC-0DD1A098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275" y="5324475"/>
            <a:ext cx="104775" cy="85725"/>
          </a:xfrm>
          <a:custGeom xmlns:a="http://schemas.openxmlformats.org/drawingml/2006/main">
            <a:pathLst>
              <a:path w="104775" h="85725">
                <a:moveTo>
                  <a:pt x="0" y="38100"/>
                </a:moveTo>
                <a:lnTo>
                  <a:pt x="38100" y="76200"/>
                </a:ln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13C4382-CB32-4DC4-BBD7-8DB1901C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535305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99D70EB-41AC-4B3E-B245-82287CC5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4914900"/>
            <a:ext cx="2314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L3 监督评测层</a:t>
            </a:r>
          </a:p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（Benchmark 标注）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0E317D3-9571-4673-A113-43EDABA0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600700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B3B3B3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BB0324F-8F5F-413B-A380-B1456625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657850"/>
            <a:ext cx="2943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问题、标准答案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4B49885-E947-40A8-9547-3FC15B64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915025"/>
            <a:ext cx="2943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危险近邻与风险类型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E9DE047-812C-449C-8E27-9C18FBA3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172200"/>
            <a:ext cx="2943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split 划分（随机/结构 OOD/时间）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EF866F0-4D8B-4159-AA62-1EADE0DE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29375"/>
            <a:ext cx="2943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审核状态与数据快照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466379D-6BDC-4722-9A12-D5D36310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667500"/>
            <a:ext cx="3133725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5E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52C7CA0-FC82-4EA2-AE4A-72F3A31D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677025"/>
            <a:ext cx="3057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验收目标：训练与测试可复现</a:t>
            </a:r>
          </a:p>
        </p:txBody>
      </p:sp>
      <p:cxnSp>
        <p:nvCxnSpPr>
          <p:cNvPr id="332" name=""/>
          <p:cNvCxnSpPr>
            <a:stCxn xmlns:a="http://schemas.openxmlformats.org/drawingml/2006/main" id="100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3867150" y="595788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333" name=""/>
          <p:cNvCxnSpPr>
            <a:stCxn xmlns:a="http://schemas.openxmlformats.org/drawingml/2006/main" id="113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7696200" y="5957888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334" name=""/>
          <p:cNvCxnSpPr>
            <a:stCxn xmlns:a="http://schemas.openxmlformats.org/drawingml/2006/main" id="122" idx="3"/>
            <a:endCxn xmlns:a="http://schemas.openxmlformats.org/drawingml/2006/main" id="137" idx="1"/>
          </p:cNvCxnSpPr>
          <p:nvPr/>
        </p:nvCxnSpPr>
        <p:spPr>
          <a:xfrm xmlns:a="http://schemas.openxmlformats.org/drawingml/2006/main">
            <a:off x="11544300" y="595788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821DCD0-34FC-4FAC-9839-9F64CBBB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24750"/>
            <a:ext cx="4886325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B694FE8-6D20-4847-A241-2FDCB83A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7524750"/>
            <a:ext cx="48958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36B9D4B-8147-47E0-BC5F-9CE6EB06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7334250"/>
            <a:ext cx="28575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F71E35F-3966-4896-982E-D78CB5A1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7334250"/>
            <a:ext cx="28575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EDD7E52-569B-4F04-B996-D8DCADB2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7086600"/>
            <a:ext cx="28575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191DDE1-DD95-484D-8308-4A3638BF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7334250"/>
            <a:ext cx="831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5434EC3-E132-4623-9B47-EE63550A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70866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cxnSp>
        <p:nvCxnSpPr>
          <p:cNvPr id="342" name=""/>
          <p:cNvCxnSpPr>
            <a:stCxn xmlns:a="http://schemas.openxmlformats.org/drawingml/2006/main" id="157" idx="2"/>
            <a:endCxn xmlns:a="http://schemas.openxmlformats.org/drawingml/2006/main" id="155" idx="0"/>
          </p:cNvCxnSpPr>
          <p:nvPr/>
        </p:nvCxnSpPr>
        <p:spPr>
          <a:xfrm xmlns:a="http://schemas.openxmlformats.org/drawingml/2006/main" flipH="1">
            <a:off x="5110163" y="7362825"/>
            <a:ext cx="19050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343" name=""/>
          <p:cNvCxnSpPr>
            <a:stCxn xmlns:a="http://schemas.openxmlformats.org/drawingml/2006/main" id="158" idx="2"/>
            <a:endCxn xmlns:a="http://schemas.openxmlformats.org/drawingml/2006/main" id="156" idx="0"/>
          </p:cNvCxnSpPr>
          <p:nvPr/>
        </p:nvCxnSpPr>
        <p:spPr>
          <a:xfrm xmlns:a="http://schemas.openxmlformats.org/drawingml/2006/main">
            <a:off x="10596563" y="7362825"/>
            <a:ext cx="214313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310EE61C-23A1-48FB-9762-686C3C6D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8105775"/>
            <a:ext cx="123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85716F5C-D64E-4770-999F-E94C692B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7953375"/>
            <a:ext cx="123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A2161AF-B2A9-4579-8ACA-2CE60C26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820025"/>
            <a:ext cx="1238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3BA0612-6494-4C60-BEB6-C7040719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75723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Benchmark 构建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46D54B8-48D4-4456-A931-DF228439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8771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多类型问题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A5A357BA-F9EA-409C-AE52-29E500C8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80867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标注正确证据、正确控制对象、危险近邻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882BFE8-D90C-4048-B8D7-F1D6C9C3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82962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结构 OOD 划分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6F8BAAC-7991-4A18-B283-983C470A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85058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指标体系（不能只看回答准确率）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DA4EF79B-F726-4D17-BA8F-CC219220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743825"/>
            <a:ext cx="438150" cy="438150"/>
          </a:xfrm>
          <a:prstGeom xmlns:a="http://schemas.openxmlformats.org/drawingml/2006/main" prst="gear6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C7CAF58-496E-453C-8A4B-2A8C9866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886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D630B7BE-CFAB-4673-9BFA-AE04AB66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8058150"/>
            <a:ext cx="438150" cy="438150"/>
          </a:xfrm>
          <a:prstGeom xmlns:a="http://schemas.openxmlformats.org/drawingml/2006/main" prst="gear6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0DFA3543-FFE1-4D78-94FA-AEC2CC20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8201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CF661575-AFBD-4CF1-9350-10A5B649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7572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模型与实验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2FCDBCD3-6744-4FD9-9F87-62D8EB81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7877175"/>
            <a:ext cx="338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33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检索方法（BM25 / Dense / Registry / Metadata 等）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3D8F880-0DCA-4E4B-A72D-2C2934EC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8086725"/>
            <a:ext cx="338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学习式专家路由（由 Oracle Gap 决定是否保留）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CE849420-B6E0-4020-90B6-F7345A9E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8296275"/>
            <a:ext cx="338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消融实验与基线对比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433231A-6F5C-4974-8CB9-29F5C592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8505825"/>
            <a:ext cx="338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结构泛化与风险控制评测</a:t>
            </a:r>
          </a:p>
        </p:txBody>
      </p:sp>
    </p:spTree>
    <p:extLst>
      <p:ext uri="{BB962C8B-B14F-4D97-AF65-F5344CB8AC3E}">
        <p14:creationId xmlns:p14="http://schemas.microsoft.com/office/powerpoint/2010/main" val="1151477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2026-09-08T09:06:17.8730000Z</dcterms:created>
  <dcterms:modified xsi:type="dcterms:W3CDTF">2026-09-08T09:06:17.8730000Z</dcterms:modified>
</coreProperties>
</file>